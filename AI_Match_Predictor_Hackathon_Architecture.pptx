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Match Predictor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30-Minute Hackathon Solution</a:t>
            </a:r>
          </a:p>
          <a:p>
            <a:r>
              <a:t>Code the Cup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Predict football match outcomes.</a:t>
            </a:r>
          </a:p>
          <a:p>
            <a:pPr>
              <a:defRPr sz="2400"/>
            </a:pPr>
            <a:r>
              <a:t>Use historical statistics, team form and fan sentiment.</a:t>
            </a:r>
          </a:p>
          <a:p>
            <a:pPr>
              <a:defRPr sz="2400"/>
            </a:pPr>
            <a:r>
              <a:t>Provide explainable AI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19456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Web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19456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Backend API</a:t>
            </a:r>
          </a:p>
          <a:p>
            <a:r>
              <a:t>/api/predict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19456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MCP Server</a:t>
            </a:r>
          </a:p>
          <a:p>
            <a:r>
              <a:t>Sports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19456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Model</a:t>
            </a:r>
          </a:p>
          <a:p>
            <a:r>
              <a:t>LLM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19456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Prediction</a:t>
            </a:r>
          </a:p>
          <a:p>
            <a:r>
              <a:t>+ Explanation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65176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265176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265176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265176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1. User selects Team A and Team B.</a:t>
            </a:r>
          </a:p>
          <a:p>
            <a:pPr>
              <a:defRPr sz="2400"/>
            </a:pPr>
            <a:r>
              <a:t>2. Backend calls MCP server.</a:t>
            </a:r>
          </a:p>
          <a:p>
            <a:pPr>
              <a:defRPr sz="2400"/>
            </a:pPr>
            <a:r>
              <a:t>3. MCP returns structured match data.</a:t>
            </a:r>
          </a:p>
          <a:p>
            <a:pPr>
              <a:defRPr sz="2400"/>
            </a:pPr>
            <a:r>
              <a:t>4. Backend sends data to AI model.</a:t>
            </a:r>
          </a:p>
          <a:p>
            <a:pPr>
              <a:defRPr sz="2400"/>
            </a:pPr>
            <a:r>
              <a:t>5. AI returns win probability and explanation.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{ "teamA":"Toronto FC", "teamB":"Inter Miami" }</a:t>
            </a:r>
          </a:p>
          <a:p>
            <a:pPr>
              <a:defRPr sz="2400"/>
            </a:pPr>
            <a:r>
              <a:t>Response:</a:t>
            </a:r>
          </a:p>
          <a:p>
            <a:pPr>
              <a:defRPr sz="2400"/>
            </a:pPr>
            <a:r>
              <a:t>{ "winner":"Inter Miami", "probability":62,</a:t>
            </a:r>
          </a:p>
          <a:p>
            <a:pPr>
              <a:defRPr sz="2400"/>
            </a:pPr>
            <a:r>
              <a:t>  "reasons":["Better recent form","Higher goals","Positive fan sentiment"]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Frontend: React / Next.js</a:t>
            </a:r>
          </a:p>
          <a:p>
            <a:pPr>
              <a:defRPr sz="2400"/>
            </a:pPr>
            <a:r>
              <a:t>Backend: Node.js API</a:t>
            </a:r>
          </a:p>
          <a:p>
            <a:pPr>
              <a:defRPr sz="2400"/>
            </a:pPr>
            <a:r>
              <a:t>MCP: Sports Data Provider</a:t>
            </a:r>
          </a:p>
          <a:p>
            <a:pPr>
              <a:defRPr sz="2400"/>
            </a:pPr>
            <a:r>
              <a:t>AI: GPT or any LLM</a:t>
            </a:r>
          </a:p>
          <a:p>
            <a:pPr>
              <a:defRPr sz="2400"/>
            </a:pPr>
            <a:r>
              <a:t>Deployment: Vercel / Local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Live prediction with explainable AI.</a:t>
            </a:r>
          </a:p>
          <a:p>
            <a:pPr>
              <a:defRPr sz="2400"/>
            </a:pPr>
            <a:r>
              <a:t>Easy to swap different MCP providers.</a:t>
            </a:r>
          </a:p>
          <a:p>
            <a:pPr>
              <a:defRPr sz="2400"/>
            </a:pPr>
            <a:r>
              <a:t>Future: injuries, weather, betting odds, player-level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